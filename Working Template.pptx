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F5BC-930D-1E1D-01F1-7238249F3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C880E-965F-58FC-41DC-5344DF7905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5763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YRICS">
            <a:extLst>
              <a:ext uri="{FF2B5EF4-FFF2-40B4-BE49-F238E27FC236}">
                <a16:creationId xmlns:a16="http://schemas.microsoft.com/office/drawing/2014/main" id="{FBBB6155-728C-AAAA-3CF3-853A8FB00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579" y="786214"/>
            <a:ext cx="10699335" cy="525566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105492366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{E71608D5-4842-46BA-844F-A0F9AB386313}TFfb9a325e-b4a8-473d-b025-df086f5ae4937a5f077a-90802770140c</Template>
  <TotalTime>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Parcel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Lawrence Brody</dc:creator>
  <cp:lastModifiedBy>Lawrence Brody</cp:lastModifiedBy>
  <cp:revision>7</cp:revision>
  <dcterms:created xsi:type="dcterms:W3CDTF">2026-02-21T18:56:18Z</dcterms:created>
  <dcterms:modified xsi:type="dcterms:W3CDTF">2026-02-21T20:24:33Z</dcterms:modified>
</cp:coreProperties>
</file>