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96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5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5194" y="4352544"/>
            <a:ext cx="6801612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2/21/2026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dirty="0"/>
              <a:t>2/21/2026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600200" y="2386744"/>
            <a:ext cx="899160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8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95194" y="4352465"/>
            <a:ext cx="6801612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dirty="0"/>
              <a:t>2/21/2026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81912" y="2638044"/>
            <a:ext cx="4271771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38315" y="2638044"/>
            <a:ext cx="4270247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dirty="0"/>
              <a:t>2/21/2026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8343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83436" y="3143250"/>
            <a:ext cx="4270248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38316" y="3143250"/>
            <a:ext cx="4253484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6338316" y="2313433"/>
            <a:ext cx="4270248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dirty="0"/>
              <a:t>2/21/2026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dirty="0"/>
              <a:t>2/21/2026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dirty="0"/>
              <a:t>2/21/2026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4672" y="2243828"/>
            <a:ext cx="4486656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36080" y="804672"/>
            <a:ext cx="481584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BE4249-C0D0-4B06-8692-E8BB871AF643}" type="datetimeFigureOut">
              <a:rPr lang="en-US" dirty="0"/>
              <a:t>2/21/2026</a:t>
            </a:fld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0" y="0"/>
            <a:ext cx="6095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808523" y="2243828"/>
            <a:ext cx="4494998" cy="1134640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Autofit/>
          </a:bodyPr>
          <a:lstStyle>
            <a:lvl1pPr>
              <a:defRPr sz="22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95999" y="0"/>
            <a:ext cx="6102097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568" y="3549918"/>
            <a:ext cx="379476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042B0DB6-F5C7-45FB-8CF3-31B45F9C2DAC}" type="datetimeFigureOut">
              <a:rPr lang="en-US" dirty="0"/>
              <a:t>2/21/2026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804672" y="6236208"/>
            <a:ext cx="5124797" cy="320040"/>
          </a:xfrm>
        </p:spPr>
        <p:txBody>
          <a:bodyPr/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dirty="0"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53112" y="937260"/>
            <a:ext cx="1298608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231136" y="937260"/>
            <a:ext cx="6198489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dirty="0"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2231136" y="964692"/>
            <a:ext cx="7729728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231136" y="2638044"/>
            <a:ext cx="7729728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21429" y="6238816"/>
            <a:ext cx="2753746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dirty="0"/>
              <a:t>2/21/2026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00200" y="6236208"/>
            <a:ext cx="5901189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58922" y="6217920"/>
            <a:ext cx="365760" cy="365760"/>
          </a:xfrm>
          <a:prstGeom prst="ellipse">
            <a:avLst/>
          </a:prstGeom>
          <a:solidFill>
            <a:srgbClr val="1D1D1D">
              <a:alpha val="70000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8A7A6979-0714-4377-B894-6BE4C2D6E202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sldNum="0"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286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4313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82775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CF5BC-930D-1E1D-01F1-7238249F3A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4C880E-965F-58FC-41DC-5344DF79058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457632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BB6155-728C-AAAA-3CF3-853A8FB008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4579" y="786214"/>
            <a:ext cx="10699335" cy="5255664"/>
          </a:xfrm>
        </p:spPr>
        <p:txBody>
          <a:bodyPr anchor="ctr">
            <a:normAutofit/>
          </a:bodyPr>
          <a:lstStyle/>
          <a:p>
            <a:pPr marL="0" indent="0" algn="ctr">
              <a:buNone/>
            </a:pPr>
            <a:endParaRPr lang="en-GB" sz="4800" dirty="0"/>
          </a:p>
        </p:txBody>
      </p:sp>
    </p:spTree>
    <p:extLst>
      <p:ext uri="{BB962C8B-B14F-4D97-AF65-F5344CB8AC3E}">
        <p14:creationId xmlns:p14="http://schemas.microsoft.com/office/powerpoint/2010/main" val="1054923664"/>
      </p:ext>
    </p:extLst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{E71608D5-4842-46BA-844F-A0F9AB386313}TFfb9a325e-b4a8-473d-b025-df086f5ae4937a5f077a-90802770140c</Template>
  <TotalTime>6</TotalTime>
  <Words>0</Words>
  <Application>Microsoft Office PowerPoint</Application>
  <PresentationFormat>Widescreen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Gill Sans MT</vt:lpstr>
      <vt:lpstr>Parcel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Lawrence Brody</dc:creator>
  <cp:lastModifiedBy>Lawrence Brody</cp:lastModifiedBy>
  <cp:revision>4</cp:revision>
  <dcterms:created xsi:type="dcterms:W3CDTF">2026-02-21T18:56:18Z</dcterms:created>
  <dcterms:modified xsi:type="dcterms:W3CDTF">2026-02-21T19:08:22Z</dcterms:modified>
</cp:coreProperties>
</file>